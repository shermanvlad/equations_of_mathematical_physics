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62" r:id="rId6"/>
    <p:sldId id="264" r:id="rId7"/>
    <p:sldId id="259" r:id="rId8"/>
    <p:sldId id="266" r:id="rId9"/>
    <p:sldId id="265" r:id="rId10"/>
    <p:sldId id="267" r:id="rId11"/>
    <p:sldId id="260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9"/>
    <p:restoredTop sz="94666"/>
  </p:normalViewPr>
  <p:slideViewPr>
    <p:cSldViewPr snapToGrid="0">
      <p:cViewPr>
        <p:scale>
          <a:sx n="100" d="100"/>
          <a:sy n="100" d="100"/>
        </p:scale>
        <p:origin x="7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00E7-EBF6-10FE-91FE-47F14EF25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потенціал</a:t>
            </a:r>
            <a:r>
              <a:rPr lang="uk-UA" b="1" dirty="0"/>
              <a:t>ів</a:t>
            </a:r>
            <a:endParaRPr lang="en-U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9472A-5C6D-ED70-4741-D8B8AFBD7C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Розвʼязування рівнянь математичної фізики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39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3A13F-46D7-66D5-6A37-3C26EB33E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Суть методу потенціалів</a:t>
            </a:r>
            <a:endParaRPr lang="en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3287D-4923-22DE-D565-B71187F74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потенціалів полягає у зведенні задач математичної фізики до інтегральних рівнянь. Це досягається за рахунок введення спеціальних функцій — потенціалів, які представляють розв’язок задачі у вигляді інтегралів.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Перші ідеї потенціалу були розроблені Ж. Лагранжем і П. Лапласом, а метод інтегрального представлення задач був незалежно запропонований Гріном та Гаусом.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81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19772B30-F9EE-A832-46E0-752B63AF5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39" y="960120"/>
            <a:ext cx="12148961" cy="4663440"/>
          </a:xfrm>
        </p:spPr>
      </p:pic>
    </p:spTree>
    <p:extLst>
      <p:ext uri="{BB962C8B-B14F-4D97-AF65-F5344CB8AC3E}">
        <p14:creationId xmlns:p14="http://schemas.microsoft.com/office/powerpoint/2010/main" val="47138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C755-7257-3FB6-ED5C-5645A17A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Типи потенціалів</a:t>
            </a:r>
            <a:endParaRPr lang="en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AF609-2F5B-95EC-EF11-D6032FF99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Потенціал простого шару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використовується для задач, де необхідно описати розподіл фізичних величин (наприклад, зарядів) на певній поверхні.</a:t>
            </a: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Потенціал подвійного шару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застосовується для задач, де фізична величина змінюється більш різко, наприклад, в задачах з різкими змінами електричних або теплових полів поблизу поверхні.</a:t>
            </a:r>
          </a:p>
          <a:p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ack and white math symbol&#10;&#10;Description automatically generated">
            <a:extLst>
              <a:ext uri="{FF2B5EF4-FFF2-40B4-BE49-F238E27FC236}">
                <a16:creationId xmlns:a16="http://schemas.microsoft.com/office/drawing/2014/main" id="{4BDC97E6-7FA0-E826-2591-2EB5984D3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950" y="3200400"/>
            <a:ext cx="3594100" cy="457200"/>
          </a:xfrm>
          <a:prstGeom prst="rect">
            <a:avLst/>
          </a:prstGeom>
        </p:spPr>
      </p:pic>
      <p:pic>
        <p:nvPicPr>
          <p:cNvPr id="9" name="Picture 8" descr="A math equation with a equal sign&#10;&#10;Description automatically generated with medium confidence">
            <a:extLst>
              <a:ext uri="{FF2B5EF4-FFF2-40B4-BE49-F238E27FC236}">
                <a16:creationId xmlns:a16="http://schemas.microsoft.com/office/drawing/2014/main" id="{40FA4B01-7E3E-D5DD-4157-1732F7906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50" y="4889500"/>
            <a:ext cx="39116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797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03442-AB55-190C-D814-5372D097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679" y="289560"/>
            <a:ext cx="6444641" cy="817323"/>
          </a:xfrm>
        </p:spPr>
        <p:txBody>
          <a:bodyPr>
            <a:normAutofit fontScale="90000"/>
          </a:bodyPr>
          <a:lstStyle/>
          <a:p>
            <a:pPr algn="ctr"/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Потенціал простого шару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 descr="A white paper with black text&#10;&#10;Description automatically generated">
            <a:extLst>
              <a:ext uri="{FF2B5EF4-FFF2-40B4-BE49-F238E27FC236}">
                <a16:creationId xmlns:a16="http://schemas.microsoft.com/office/drawing/2014/main" id="{4730DB3B-B90B-9E8F-1787-B2BFE18A0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17" y="990600"/>
            <a:ext cx="11937163" cy="5577840"/>
          </a:xfrm>
        </p:spPr>
      </p:pic>
    </p:spTree>
    <p:extLst>
      <p:ext uri="{BB962C8B-B14F-4D97-AF65-F5344CB8AC3E}">
        <p14:creationId xmlns:p14="http://schemas.microsoft.com/office/powerpoint/2010/main" val="148300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1DBF-4659-60D3-95F5-60A70ACD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487" y="314739"/>
            <a:ext cx="7017026" cy="798443"/>
          </a:xfrm>
        </p:spPr>
        <p:txBody>
          <a:bodyPr>
            <a:normAutofit fontScale="90000"/>
          </a:bodyPr>
          <a:lstStyle/>
          <a:p>
            <a:pPr algn="ctr"/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Потенціал подвійного шару</a:t>
            </a:r>
            <a:endParaRPr lang="en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white sheet with black text&#10;&#10;Description automatically generated">
            <a:extLst>
              <a:ext uri="{FF2B5EF4-FFF2-40B4-BE49-F238E27FC236}">
                <a16:creationId xmlns:a16="http://schemas.microsoft.com/office/drawing/2014/main" id="{BA4D96B3-9AEE-E932-66A4-819DF038C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968" y="984256"/>
            <a:ext cx="9978063" cy="5804170"/>
          </a:xfrm>
        </p:spPr>
      </p:pic>
    </p:spTree>
    <p:extLst>
      <p:ext uri="{BB962C8B-B14F-4D97-AF65-F5344CB8AC3E}">
        <p14:creationId xmlns:p14="http://schemas.microsoft.com/office/powerpoint/2010/main" val="93500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6BC9-8649-FA83-DDD5-76D3BAC0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Застосування методу потенціалів</a:t>
            </a:r>
            <a:endParaRPr lang="en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101ED-3970-F7B9-75B3-144899677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Використовується для розв’язання задач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Діріхле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Неймана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рівняння Лапласа, де розв’язок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шукатиметься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вигляді поверхневих потенціалів з відповідними граничними умовами.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потенціалів дозволяє звести крайові задачі до інтегральних рівнянь відносно невідомих функцій (густин), що значно спрощує їх розв’язання.</a:t>
            </a: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задачі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Діріхле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півпростору можна розв’язати рівняння Лапласа, використовуючи поверхневий потенціал, де значення потенціалу на границі відоме.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задачі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Неймана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визначаються не самі значення потенціалу, а його нормальні похідні на границі.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91B0-4DA1-A902-7CD3-F4944B893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826" y="346213"/>
            <a:ext cx="8978348" cy="1288774"/>
          </a:xfrm>
        </p:spPr>
        <p:txBody>
          <a:bodyPr/>
          <a:lstStyle/>
          <a:p>
            <a:r>
              <a:rPr lang="uk-UA" b="1" i="0" dirty="0">
                <a:solidFill>
                  <a:srgbClr val="101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Вираження функцій через суми потенціалів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B6F4C566-BB23-BC83-3AC3-CA11CF4E5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898" y="2259231"/>
            <a:ext cx="11694204" cy="3452717"/>
          </a:xfrm>
        </p:spPr>
      </p:pic>
    </p:spTree>
    <p:extLst>
      <p:ext uri="{BB962C8B-B14F-4D97-AF65-F5344CB8AC3E}">
        <p14:creationId xmlns:p14="http://schemas.microsoft.com/office/powerpoint/2010/main" val="2567437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B5E5-E69E-2126-B541-83F5326E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008" y="271670"/>
            <a:ext cx="3703983" cy="718930"/>
          </a:xfrm>
        </p:spPr>
        <p:txBody>
          <a:bodyPr>
            <a:normAutofit fontScale="90000"/>
          </a:bodyPr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Задачі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Діріхле</a:t>
            </a:r>
            <a:endParaRPr lang="en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423314A-EA39-CD8C-FC00-78CA16561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26" y="1092571"/>
            <a:ext cx="11936548" cy="2180715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45A9805-82E8-670A-2F2C-7273FB17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49" y="3763616"/>
            <a:ext cx="11689901" cy="266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54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D65C-88E4-C150-C1C0-2C0DE6D6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807" y="95312"/>
            <a:ext cx="4618383" cy="824948"/>
          </a:xfrm>
        </p:spPr>
        <p:txBody>
          <a:bodyPr/>
          <a:lstStyle/>
          <a:p>
            <a:r>
              <a:rPr lang="uk-UA" b="1" dirty="0">
                <a:solidFill>
                  <a:srgbClr val="101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uk-UA" b="1" i="0" dirty="0">
                <a:solidFill>
                  <a:srgbClr val="101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адачі </a:t>
            </a:r>
            <a:r>
              <a:rPr lang="uk-UA" b="1" i="0" dirty="0" err="1">
                <a:solidFill>
                  <a:srgbClr val="101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Неймана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math test&#10;&#10;Description automatically generated">
            <a:extLst>
              <a:ext uri="{FF2B5EF4-FFF2-40B4-BE49-F238E27FC236}">
                <a16:creationId xmlns:a16="http://schemas.microsoft.com/office/drawing/2014/main" id="{ED2688F6-A9A4-1903-5644-A1CD0FEEB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293" y="896110"/>
            <a:ext cx="9947414" cy="2476669"/>
          </a:xfrm>
        </p:spPr>
      </p:pic>
      <p:pic>
        <p:nvPicPr>
          <p:cNvPr id="7" name="Picture 6" descr="A screenshot of a math test&#10;&#10;Description automatically generated">
            <a:extLst>
              <a:ext uri="{FF2B5EF4-FFF2-40B4-BE49-F238E27FC236}">
                <a16:creationId xmlns:a16="http://schemas.microsoft.com/office/drawing/2014/main" id="{053DF235-10BA-08B6-FEF4-E652FD0C2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460" y="3485221"/>
            <a:ext cx="8097078" cy="314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70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1A53-DC9D-F59D-630A-4317964C7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Функція Гріна</a:t>
            </a:r>
            <a:endParaRPr lang="en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2E137-6347-E155-1E91-ACE0C6BFE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Функція Гріна використовується як інструмент для знаходження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розв’язків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лінійних диференціальних рівнянь з граничними умовами.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її допомогою можна виразити розв’язок диференціального рівняння через відомі граничні умови та густини потенціалу, що особливо зручно для еліптичних рівнянь, як-от рівняння Лапласа або Пуассона.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006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20F2E045-C9E6-BC03-49D3-B8A5ABE25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500" y="81642"/>
            <a:ext cx="7239000" cy="6694715"/>
          </a:xfrm>
        </p:spPr>
      </p:pic>
    </p:spTree>
    <p:extLst>
      <p:ext uri="{BB962C8B-B14F-4D97-AF65-F5344CB8AC3E}">
        <p14:creationId xmlns:p14="http://schemas.microsoft.com/office/powerpoint/2010/main" val="2803958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5D2C-B370-52F5-F218-92179C4D9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Висновок</a:t>
            </a:r>
            <a:endParaRPr lang="en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ECF34-5613-DCB4-AD74-D434B2D8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потенціалів є потужним інструментом для розв'язання крайових задач у фізиці. Завдяки йому можна звести диференціальні рівняння до інтегральних форм, що значно полегшує знаходження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розв'язків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складних фізичних задачах. Використання потенціалів (простого, подвійного шару, об'ємного) та функції Гріна дозволяє ефективно працювати з задачами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Діріхле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Неймана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також застосовувати метод у електростатиці, теплопровідності та інших галузях фізики.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28347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143</TotalTime>
  <Words>331</Words>
  <Application>Microsoft Macintosh PowerPoint</Application>
  <PresentationFormat>Widescreen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Franklin Gothic Book</vt:lpstr>
      <vt:lpstr>Times New Roman</vt:lpstr>
      <vt:lpstr>Crop</vt:lpstr>
      <vt:lpstr>Метод потенціалів</vt:lpstr>
      <vt:lpstr>Суть методу потенціалів</vt:lpstr>
      <vt:lpstr>PowerPoint Presentation</vt:lpstr>
      <vt:lpstr>Типи потенціалів</vt:lpstr>
      <vt:lpstr>Потенціал простого шару</vt:lpstr>
      <vt:lpstr>Потенціал подвійного шару</vt:lpstr>
      <vt:lpstr>Застосування методу потенціалів</vt:lpstr>
      <vt:lpstr>Вираження функцій через суми потенціалів</vt:lpstr>
      <vt:lpstr>Задачі Діріхле</vt:lpstr>
      <vt:lpstr>Задачі Неймана</vt:lpstr>
      <vt:lpstr>Функція Гріна</vt:lpstr>
      <vt:lpstr>PowerPoint Presentation</vt:lpstr>
      <vt:lpstr>Висновок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Шеремета Владислав</dc:creator>
  <cp:lastModifiedBy>Шеремета Владислав</cp:lastModifiedBy>
  <cp:revision>2</cp:revision>
  <dcterms:created xsi:type="dcterms:W3CDTF">2024-11-10T14:13:43Z</dcterms:created>
  <dcterms:modified xsi:type="dcterms:W3CDTF">2024-11-10T16:36:45Z</dcterms:modified>
</cp:coreProperties>
</file>